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IBM Plex Sans"/>
      <p:regular r:id="rId10"/>
      <p:bold r:id="rId11"/>
      <p:italic r:id="rId12"/>
      <p:boldItalic r:id="rId13"/>
    </p:embeddedFont>
    <p:embeddedFont>
      <p:font typeface="Sora SemiBold"/>
      <p:regular r:id="rId14"/>
      <p:bold r:id="rId15"/>
    </p:embeddedFont>
    <p:embeddedFont>
      <p:font typeface="IBM Plex Sans Medium"/>
      <p:regular r:id="rId16"/>
      <p:bold r:id="rId17"/>
      <p:italic r:id="rId18"/>
      <p:boldItalic r:id="rId19"/>
    </p:embeddedFont>
    <p:embeddedFont>
      <p:font typeface="Sora Light"/>
      <p:regular r:id="rId20"/>
      <p:bold r:id="rId21"/>
    </p:embeddedFont>
    <p:embeddedFont>
      <p:font typeface="Sora ExtraLight"/>
      <p:regular r:id="rId22"/>
      <p:bold r:id="rId23"/>
    </p:embeddedFont>
    <p:embeddedFont>
      <p:font typeface="Sora"/>
      <p:regular r:id="rId24"/>
      <p:bold r:id="rId25"/>
    </p:embeddedFont>
    <p:embeddedFont>
      <p:font typeface="Sora Medium"/>
      <p:regular r:id="rId26"/>
      <p:bold r:id="rId27"/>
    </p:embeddedFont>
    <p:embeddedFont>
      <p:font typeface="IBM Plex Sa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SemiBold-boldItalic.fntdata"/><Relationship Id="rId30" Type="http://schemas.openxmlformats.org/officeDocument/2006/relationships/font" Target="fonts/IBMPlexSansSemiBold-italic.fntdata"/><Relationship Id="rId20" Type="http://schemas.openxmlformats.org/officeDocument/2006/relationships/font" Target="fonts/SoraLight-regular.fntdata"/><Relationship Id="rId22" Type="http://schemas.openxmlformats.org/officeDocument/2006/relationships/font" Target="fonts/SoraExtraLight-regular.fntdata"/><Relationship Id="rId21" Type="http://schemas.openxmlformats.org/officeDocument/2006/relationships/font" Target="fonts/SoraLight-bold.fntdata"/><Relationship Id="rId24" Type="http://schemas.openxmlformats.org/officeDocument/2006/relationships/font" Target="fonts/Sora-regular.fntdata"/><Relationship Id="rId23" Type="http://schemas.openxmlformats.org/officeDocument/2006/relationships/font" Target="fonts/SoraExtraLight-bold.fntdata"/><Relationship Id="rId26" Type="http://schemas.openxmlformats.org/officeDocument/2006/relationships/font" Target="fonts/SoraMedium-regular.fntdata"/><Relationship Id="rId25" Type="http://schemas.openxmlformats.org/officeDocument/2006/relationships/font" Target="fonts/Sora-bold.fntdata"/><Relationship Id="rId28" Type="http://schemas.openxmlformats.org/officeDocument/2006/relationships/font" Target="fonts/IBMPlexSansSemiBold-regular.fntdata"/><Relationship Id="rId27" Type="http://schemas.openxmlformats.org/officeDocument/2006/relationships/font" Target="fonts/SoraMedium-bold.fntdata"/><Relationship Id="rId29" Type="http://schemas.openxmlformats.org/officeDocument/2006/relationships/font" Target="fonts/IBMPlexSansSemiBold-bold.fntdata"/><Relationship Id="rId11" Type="http://schemas.openxmlformats.org/officeDocument/2006/relationships/font" Target="fonts/IBMPlexSans-bold.fntdata"/><Relationship Id="rId10" Type="http://schemas.openxmlformats.org/officeDocument/2006/relationships/font" Target="fonts/IBMPlexSans-regular.fntdata"/><Relationship Id="rId13" Type="http://schemas.openxmlformats.org/officeDocument/2006/relationships/font" Target="fonts/IBMPlexSans-boldItalic.fntdata"/><Relationship Id="rId12" Type="http://schemas.openxmlformats.org/officeDocument/2006/relationships/font" Target="fonts/IBMPlexSans-italic.fntdata"/><Relationship Id="rId15" Type="http://schemas.openxmlformats.org/officeDocument/2006/relationships/font" Target="fonts/SoraSemiBold-bold.fntdata"/><Relationship Id="rId14" Type="http://schemas.openxmlformats.org/officeDocument/2006/relationships/font" Target="fonts/SoraSemiBold-regular.fntdata"/><Relationship Id="rId17" Type="http://schemas.openxmlformats.org/officeDocument/2006/relationships/font" Target="fonts/IBMPlexSansMedium-bold.fntdata"/><Relationship Id="rId16" Type="http://schemas.openxmlformats.org/officeDocument/2006/relationships/font" Target="fonts/IBMPlexSansMedium-regular.fntdata"/><Relationship Id="rId19" Type="http://schemas.openxmlformats.org/officeDocument/2006/relationships/font" Target="fonts/IBMPlexSansMedium-boldItalic.fntdata"/><Relationship Id="rId18" Type="http://schemas.openxmlformats.org/officeDocument/2006/relationships/font" Target="fonts/IBMPlex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a5b8ee32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a5b8ee32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a5b8ee3227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a5b8ee3227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a5b8ee3227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a5b8ee3227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hRY_38ta2TiKpKburylBD3-dxr_6oArm/vie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Yelpy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4" name="Google Shape;934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Fisher Ramsev, Jorge Castaneda Ribence Kadel, Austin Robinson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4"/>
          <p:cNvSpPr txBox="1"/>
          <p:nvPr>
            <p:ph idx="2" type="body"/>
          </p:nvPr>
        </p:nvSpPr>
        <p:spPr>
          <a:xfrm>
            <a:off x="2673525" y="1834325"/>
            <a:ext cx="2896200" cy="22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Struggling New Businesses: The Challenge of Visibility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New restaurants face significant hurdles establishing themselves, mainly due to a weak or non-existent online presence. This lack of visibility severely limits their ability to attract initial customers. Consequently, the absence of customers directly translates to a lack of crucial online reviews.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0" name="Google Shape;940;p64"/>
          <p:cNvSpPr txBox="1"/>
          <p:nvPr>
            <p:ph idx="1" type="body"/>
          </p:nvPr>
        </p:nvSpPr>
        <p:spPr>
          <a:xfrm>
            <a:off x="5277750" y="502775"/>
            <a:ext cx="3425400" cy="11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Increasing Emphasis On Reviews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An online presence nowadays is extremely important for business visibility, sales, and influencing customer trust and purchasing decisions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1" name="Google Shape;941;p64"/>
          <p:cNvSpPr txBox="1"/>
          <p:nvPr>
            <p:ph idx="3" type="title"/>
          </p:nvPr>
        </p:nvSpPr>
        <p:spPr>
          <a:xfrm>
            <a:off x="115025" y="5027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Mission</a:t>
            </a:r>
            <a:endParaRPr/>
          </a:p>
        </p:txBody>
      </p:sp>
      <p:sp>
        <p:nvSpPr>
          <p:cNvPr id="942" name="Google Shape;942;p64"/>
          <p:cNvSpPr txBox="1"/>
          <p:nvPr>
            <p:ph idx="2" type="body"/>
          </p:nvPr>
        </p:nvSpPr>
        <p:spPr>
          <a:xfrm>
            <a:off x="5806950" y="2909750"/>
            <a:ext cx="2896200" cy="14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Our Solution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Yelpy, an AI solution to batch produce tailored fake reviews.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5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948" name="Google Shape;948;p65" title="Create Next Ap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9375" y="999500"/>
            <a:ext cx="6549734" cy="368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